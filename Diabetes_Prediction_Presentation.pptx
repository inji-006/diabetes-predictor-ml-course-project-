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Hello everyone, welcome to our Diabetes Prediction project...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main question: can we predict whether a patient has diabetes...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with a raw dataset containing 100,000 rows...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created univariate plots for age, BMI, and glucose...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engineered four new features...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compared three algorithms: Logistic Regression, Random Forest, and Gradient Boosting...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Parameter tuning means finding the best settings for a model...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held‑out test set, the tuned Random Forest achieved 0.95 recall and 0.94 F1‑score...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model tells us that HbA1c level is by far the most important feature...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deployed the model using Streamlit. You can try it live at the link shown...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summary, we successfully built a high‑performance diabetes predictor...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4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4678"/>
                </a:solidFill>
              </a:defRPr>
            </a:pPr>
            <a:r>
              <a:t>Diabetes Prediction using</a:t>
            </a:r>
          </a:p>
          <a:p>
            <a:r>
              <a:t>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05050"/>
                </a:solidFill>
              </a:defRPr>
            </a:pPr>
            <a:r>
              <a:t>From Data Cleaning to Clinical Deployment</a:t>
            </a:r>
          </a:p>
          <a:p/>
          <a:p>
            <a:r>
              <a:t>Streamlit App: https://pp2gcxmicxjsajkvjykyfw.streamlit.app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78"/>
                </a:solidFill>
              </a:defRPr>
            </a:pPr>
            <a:r>
              <a:t>🎯 Project Question &amp;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Question: Can we predict whether a patient has diabetes based on: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HbA1c level (glycated hemoglobin)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Blood glucose level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BMI, Age, Hypertension, Heart disease, Smoking history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Goal: Build a reliable early warning system to help clinicians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intervene before serious complications develop.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78"/>
                </a:solidFill>
              </a:defRPr>
            </a:pPr>
            <a:r>
              <a:t>🧹 Data Cleaning – Documented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Removed duplicate rows: 4,414 rows removed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Replaced 'No Info' in smoking_history with mode ('never')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Filtered out invalid gender entries (only Male/Female)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Capped BMI outliers at 60 (medically unrealistic above 60)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Converted age from float to integer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Final cleaned shape: 95,586 rows × 9 columns, no missing values.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78"/>
                </a:solidFill>
              </a:defRPr>
            </a:pPr>
            <a:r>
              <a:t>📊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Univariate plots (histograms): age, BMI, blood glucose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Categorical bar charts: gender, smoking_history, diabetes (8.5% rate)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Bivariate boxplots: HbA1c &amp; glucose significantly higher in diabetics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Countplots: hypertension and heart disease more frequent in diabetics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Correlation heatmap: HbA1c &amp; glucose strongest correlation with target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78"/>
                </a:solidFill>
              </a:defRPr>
            </a:pPr>
            <a:r>
              <a:t>🔧 Feature Engineering &amp;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New features created: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age_group (Young, Middle Aged, Pre‑Senior, Senior)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bmi_category (Underweight, Normal, Overweight, Obese)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glucose_risk (Normal, Pre‑Diabetic, Diabetic Range)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risk_score (0–4 composite score from 4 risk factors)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Feature selection – Filter method (SelectKBest with chi²):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Top 8 features selected for modelling.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78"/>
                </a:solidFill>
              </a:defRPr>
            </a:pPr>
            <a:r>
              <a:t>🤖 Model Comparison (3 Algorithms)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37160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0.961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0.859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0.909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0.883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0.970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0.930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0.940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0.935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0.972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0.938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0.940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0.939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78"/>
                </a:solidFill>
              </a:defRPr>
            </a:pPr>
            <a:r>
              <a:t>⚙️ Hyperparameter Tuning (GridSearchCV)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What is parameter tuning? Finding optimal hyperparameters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to avoid underfitting/overfitting. Default values are rarely best.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Tuning approach: GridSearchCV with 3‑fold cross‑validation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Parameters tuned: n_estimators (100,200), max_depth (10,20),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min_samples_split (2,5). Scoring metric: F1.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✅ Best parameters found: n_estimators=200, max_depth=20, min_samples_split=2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78"/>
                </a:solidFill>
              </a:defRPr>
            </a:pPr>
            <a:r>
              <a:t>🏆 Final Model Evaluation (Tuned Random Forest)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Metrics on test set (20% holdout):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Accuracy  : 0.973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Precision : 0.936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Recall    : 0.951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F1-score  : 0.943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Confusion matrix: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True Negatives: 18,335    False Positives: 415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False Negatives: 341      True Positives: 6,618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✅ Both precision and recall &gt; 0.3 (requirement satisfied).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78"/>
                </a:solidFill>
              </a:defRPr>
            </a:pPr>
            <a:r>
              <a:t>📈 Feature Importance –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Top 5 features (Tuned Random Forest):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1. HbA1c_level          → 0.43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2. blood_glucose_level  → 0.29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3. risk_score           → 0.10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4. bmi                  → 0.06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5. age                  → 0.05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Medical alignment: HbA1c (long‑term glucose control) is the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most predictive. Engineered risk_score also ranks high.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78"/>
                </a:solidFill>
              </a:defRPr>
            </a:pPr>
            <a:r>
              <a:t>🌐 Deployment – Interactive Web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Model deployed using Streamlit: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→ https://pp2gcxmicxjsajkvjykyfw.streamlit.app/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App features: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User inputs age, BMI, glucose, HbA1c, etc.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Real‑time prediction (Diabetic / Not Diabetic)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Probability score displayed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Same preprocessing (scaler, selector, model) as training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78"/>
                </a:solidFill>
              </a:defRPr>
            </a:pPr>
            <a:r>
              <a:t>🎉 Conclusions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✅ Successfully built a high‑performance diabetes predictor (F1=0.94)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✅ HbA1c and blood glucose are the dominant clinical indicators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✅ Engineered risk_score adds predictive value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✅ Deployment makes the model accessible to non‑technical users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🔮 Future improvements: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Include lifestyle features (diet, physical activity)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Validate on external datasets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   • Add SHAP explanations for individual predictions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